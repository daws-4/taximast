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12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C977-5C3F-4763-A9E1-D7A09356400A}" type="datetimeFigureOut">
              <a:rPr lang="es-VE" smtClean="0"/>
              <a:t>20/03/2011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1F1B-D313-4E7C-9E06-FE2B64395EE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575924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C977-5C3F-4763-A9E1-D7A09356400A}" type="datetimeFigureOut">
              <a:rPr lang="es-VE" smtClean="0"/>
              <a:t>20/03/2011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1F1B-D313-4E7C-9E06-FE2B64395EE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0020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C977-5C3F-4763-A9E1-D7A09356400A}" type="datetimeFigureOut">
              <a:rPr lang="es-VE" smtClean="0"/>
              <a:t>20/03/2011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1F1B-D313-4E7C-9E06-FE2B64395EE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83631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C977-5C3F-4763-A9E1-D7A09356400A}" type="datetimeFigureOut">
              <a:rPr lang="es-VE" smtClean="0"/>
              <a:t>20/03/2011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1F1B-D313-4E7C-9E06-FE2B64395EE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173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C977-5C3F-4763-A9E1-D7A09356400A}" type="datetimeFigureOut">
              <a:rPr lang="es-VE" smtClean="0"/>
              <a:t>20/03/2011</a:t>
            </a:fld>
            <a:endParaRPr lang="es-VE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1F1B-D313-4E7C-9E06-FE2B64395EE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5289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C977-5C3F-4763-A9E1-D7A09356400A}" type="datetimeFigureOut">
              <a:rPr lang="es-VE" smtClean="0"/>
              <a:t>20/03/2011</a:t>
            </a:fld>
            <a:endParaRPr lang="es-V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1F1B-D313-4E7C-9E06-FE2B64395EE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50254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C977-5C3F-4763-A9E1-D7A09356400A}" type="datetimeFigureOut">
              <a:rPr lang="es-VE" smtClean="0"/>
              <a:t>20/03/2011</a:t>
            </a:fld>
            <a:endParaRPr lang="es-V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1F1B-D313-4E7C-9E06-FE2B64395EE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561218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C977-5C3F-4763-A9E1-D7A09356400A}" type="datetimeFigureOut">
              <a:rPr lang="es-VE" smtClean="0"/>
              <a:t>20/03/2011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1F1B-D313-4E7C-9E06-FE2B64395EE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113330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C977-5C3F-4763-A9E1-D7A09356400A}" type="datetimeFigureOut">
              <a:rPr lang="es-VE" smtClean="0"/>
              <a:t>20/03/2011</a:t>
            </a:fld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1F1B-D313-4E7C-9E06-FE2B64395EE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700166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C977-5C3F-4763-A9E1-D7A09356400A}" type="datetimeFigureOut">
              <a:rPr lang="es-VE" smtClean="0"/>
              <a:t>20/03/2011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1F1B-D313-4E7C-9E06-FE2B64395EE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34178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C977-5C3F-4763-A9E1-D7A09356400A}" type="datetimeFigureOut">
              <a:rPr lang="es-VE" smtClean="0"/>
              <a:t>20/03/2011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91F1B-D313-4E7C-9E06-FE2B64395EE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26086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FC977-5C3F-4763-A9E1-D7A09356400A}" type="datetimeFigureOut">
              <a:rPr lang="es-VE" smtClean="0"/>
              <a:t>20/03/2011</a:t>
            </a:fld>
            <a:endParaRPr 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91F1B-D313-4E7C-9E06-FE2B64395EEC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839407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764704"/>
            <a:ext cx="11811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40578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SERVITELV</dc:creator>
  <cp:lastModifiedBy>SERVITELV</cp:lastModifiedBy>
  <cp:revision>1</cp:revision>
  <dcterms:created xsi:type="dcterms:W3CDTF">2011-03-20T11:27:12Z</dcterms:created>
  <dcterms:modified xsi:type="dcterms:W3CDTF">2011-03-20T11:30:32Z</dcterms:modified>
</cp:coreProperties>
</file>